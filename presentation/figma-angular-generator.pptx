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EEF0F4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6400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01168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FCE9DC"/>
          </a:solidFill>
          <a:ln w="6350">
            <a:solidFill>
              <a:srgbClr val="F0B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D95F1A"/>
                </a:solidFill>
              </a:rPr>
              <a:t>CLAUDE CODE PLUGIN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6032" y="548640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41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figma-angular-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41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" y="1527048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6678"/>
                </a:solidFill>
              </a:rPr>
              <a:t>Full frontend workflow: requirements → wireframes → Figma → Angular components.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2194560"/>
            <a:ext cx="2414016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331720"/>
            <a:ext cx="1133856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235000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" y="2596896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Slash Commands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463040" y="2331720"/>
            <a:ext cx="1133856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63040" y="235000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596896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AI Agents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56032" y="2898648"/>
            <a:ext cx="1133856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" y="291693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56032" y="316382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Skill Modules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463040" y="2898648"/>
            <a:ext cx="1133856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63040" y="291693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5F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316382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Installed Files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6032" y="3538728"/>
            <a:ext cx="2414016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630168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5A6678"/>
                </a:solidFill>
              </a:rPr>
              <a:t>QUICK INSTALL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56032" y="3858768"/>
            <a:ext cx="2414016" cy="274320"/>
          </a:xfrm>
          <a:prstGeom prst="rect">
            <a:avLst/>
          </a:prstGeom>
          <a:solidFill>
            <a:srgbClr val="E8EBF0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38587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scripts/install.sh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4206240"/>
            <a:ext cx="2414016" cy="274320"/>
          </a:xfrm>
          <a:prstGeom prst="rect">
            <a:avLst/>
          </a:prstGeom>
          <a:solidFill>
            <a:srgbClr val="E8EBF0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2062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install-to ./my-app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4553712"/>
            <a:ext cx="2414016" cy="274320"/>
          </a:xfrm>
          <a:prstGeom prst="rect">
            <a:avLst/>
          </a:prstGeom>
          <a:solidFill>
            <a:srgbClr val="E8EBF0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45537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install-new my-app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4992624"/>
            <a:ext cx="2414016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5065776"/>
            <a:ext cx="2414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5A6678"/>
                </a:solidFill>
              </a:rPr>
              <a:t>REQUIREMENTS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603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B8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A6678"/>
                </a:solidFill>
              </a:rPr>
              <a:t>Node.js + npm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6032" y="547725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B8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A6678"/>
                </a:solidFill>
              </a:rPr>
              <a:t>Angular CLI (auto-installed)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6032" y="569671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B8A"/>
                </a:solidFill>
              </a:rPr>
              <a:t>✓  </a:t>
            </a:r>
            <a:pPr indent="0" marL="0">
              <a:buNone/>
            </a:pPr>
            <a:r>
              <a:rPr lang="en-US" sz="850" dirty="0">
                <a:solidFill>
                  <a:srgbClr val="5A6678"/>
                </a:solidFill>
              </a:rPr>
              <a:t>Claude's built-in Figma connector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6510528"/>
            <a:ext cx="2414016" cy="219456"/>
          </a:xfrm>
          <a:prstGeom prst="rect">
            <a:avLst/>
          </a:prstGeom>
          <a:solidFill>
            <a:srgbClr val="FCE9DC"/>
          </a:solidFill>
          <a:ln w="6350">
            <a:solidFill>
              <a:srgbClr val="F0B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651052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5F1A"/>
                </a:solidFill>
              </a:rPr>
              <a:t>No token setup · No .mcp.json · No extra packages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00400" y="18288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8-Phase Development Workflow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00400" y="51206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78"/>
                </a:solidFill>
              </a:rPr>
              <a:t>From raw requirements to production Angular app — each command is independent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749808"/>
            <a:ext cx="10332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749808"/>
            <a:ext cx="1033272" cy="45720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89020" y="822960"/>
            <a:ext cx="256032" cy="256032"/>
          </a:xfrm>
          <a:prstGeom prst="ellipse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902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36976" y="1115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Requirements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to Figma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236976" y="14538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/requirements-to-figma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238244" y="1133856"/>
            <a:ext cx="59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7EC"/>
                </a:solidFill>
              </a:rPr>
              <a:t>→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297680" y="749808"/>
            <a:ext cx="10332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97680" y="749808"/>
            <a:ext cx="1033272" cy="45720"/>
          </a:xfrm>
          <a:prstGeom prst="rect">
            <a:avLst/>
          </a:prstGeom>
          <a:solidFill>
            <a:srgbClr val="C47D0A"/>
          </a:solidFill>
          <a:ln w="12700">
            <a:solidFill>
              <a:srgbClr val="C47D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86300" y="822960"/>
            <a:ext cx="256032" cy="256032"/>
          </a:xfrm>
          <a:prstGeom prst="ellipse">
            <a:avLst/>
          </a:prstGeom>
          <a:solidFill>
            <a:srgbClr val="C47D0A"/>
          </a:solidFill>
          <a:ln w="12700">
            <a:solidFill>
              <a:srgbClr val="C47D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630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334256" y="1115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Push to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Figma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334256" y="14538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47D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/push-to-figma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335524" y="1133856"/>
            <a:ext cx="59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7EC"/>
                </a:solidFill>
              </a:rPr>
              <a:t>→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94960" y="749808"/>
            <a:ext cx="10332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394960" y="749808"/>
            <a:ext cx="1033272" cy="45720"/>
          </a:xfrm>
          <a:prstGeom prst="rect">
            <a:avLst/>
          </a:prstGeom>
          <a:solidFill>
            <a:srgbClr val="5A6678"/>
          </a:solidFill>
          <a:ln w="12700">
            <a:solidFill>
              <a:srgbClr val="5A66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83580" y="822960"/>
            <a:ext cx="256032" cy="256032"/>
          </a:xfrm>
          <a:prstGeom prst="ellipse">
            <a:avLst/>
          </a:prstGeom>
          <a:solidFill>
            <a:srgbClr val="5A6678"/>
          </a:solidFill>
          <a:ln w="12700">
            <a:solidFill>
              <a:srgbClr val="5A667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8358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31536" y="1115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Designer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Polishes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431536" y="14538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Designer's turn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432804" y="1133856"/>
            <a:ext cx="59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7EC"/>
                </a:solidFill>
              </a:rPr>
              <a:t>→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492240" y="749808"/>
            <a:ext cx="10332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492240" y="749808"/>
            <a:ext cx="1033272" cy="457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80860" y="822960"/>
            <a:ext cx="256032" cy="256032"/>
          </a:xfrm>
          <a:prstGeom prst="ellipse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8086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28816" y="1115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Setup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Wizard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528816" y="14538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/setup-wizard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530084" y="1133856"/>
            <a:ext cx="59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7EC"/>
                </a:solidFill>
              </a:rPr>
              <a:t>→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589520" y="749808"/>
            <a:ext cx="10332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589520" y="749808"/>
            <a:ext cx="1033272" cy="45720"/>
          </a:xfrm>
          <a:prstGeom prst="rect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78140" y="822960"/>
            <a:ext cx="256032" cy="256032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7814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626096" y="1115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API to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Components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626096" y="14538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/api-to-components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627364" y="1133856"/>
            <a:ext cx="59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7EC"/>
                </a:solidFill>
              </a:rPr>
              <a:t>→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686800" y="749808"/>
            <a:ext cx="10332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686800" y="749808"/>
            <a:ext cx="1033272" cy="45720"/>
          </a:xfrm>
          <a:prstGeom prst="rect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75420" y="822960"/>
            <a:ext cx="256032" cy="256032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07542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723376" y="1115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Mock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Data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723376" y="14538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/generate-mock-data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724644" y="1133856"/>
            <a:ext cx="59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7EC"/>
                </a:solidFill>
              </a:rPr>
              <a:t>→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9784080" y="749808"/>
            <a:ext cx="10332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9784080" y="749808"/>
            <a:ext cx="1033272" cy="45720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172700" y="822960"/>
            <a:ext cx="256032" cy="256032"/>
          </a:xfrm>
          <a:prstGeom prst="ellipse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17270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820656" y="1115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Generate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All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9820656" y="14538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/generate-all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10821924" y="1133856"/>
            <a:ext cx="594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4E7EC"/>
                </a:solidFill>
              </a:rPr>
              <a:t>→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0881360" y="749808"/>
            <a:ext cx="103327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10881360" y="749808"/>
            <a:ext cx="1033272" cy="45720"/>
          </a:xfrm>
          <a:prstGeom prst="rect">
            <a:avLst/>
          </a:prstGeom>
          <a:solidFill>
            <a:srgbClr val="5A6678"/>
          </a:solidFill>
          <a:ln w="12700">
            <a:solidFill>
              <a:srgbClr val="5A667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269980" y="822960"/>
            <a:ext cx="256032" cy="256032"/>
          </a:xfrm>
          <a:prstGeom prst="ellipse">
            <a:avLst/>
          </a:prstGeom>
          <a:solidFill>
            <a:srgbClr val="5A6678"/>
          </a:solidFill>
          <a:ln w="12700">
            <a:solidFill>
              <a:srgbClr val="5A667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26998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0917936" y="1115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Asset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41820"/>
                </a:solidFill>
              </a:rPr>
              <a:t>Pipeline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10917936" y="14538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66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runs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3200400" y="18928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3200400" y="2176272"/>
            <a:ext cx="427024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3200400" y="2176272"/>
            <a:ext cx="54864" cy="33832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91840" y="2194560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/setup-wizard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3291840" y="2350008"/>
            <a:ext cx="4142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Configure Angular version, output path, stylesheet &amp; spec prefs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635240" y="2176272"/>
            <a:ext cx="427024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7635240" y="2176272"/>
            <a:ext cx="54864" cy="33832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726680" y="2194560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/requirements-to-figma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7726680" y="2350008"/>
            <a:ext cx="4142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Convert requirements into HTML wireframes + FigJam user-flow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3200400" y="2569464"/>
            <a:ext cx="427024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3200400" y="2569464"/>
            <a:ext cx="54864" cy="33832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91840" y="2587752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/push-to-figma &lt;url&gt;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3291840" y="2743200"/>
            <a:ext cx="4142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Push wireframes &amp; FigJam diagrams directly into a Figma file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7635240" y="2569464"/>
            <a:ext cx="427024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7635240" y="2569464"/>
            <a:ext cx="54864" cy="33832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726680" y="2587752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/api-to-components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7726680" y="2743200"/>
            <a:ext cx="4142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Backend API → Angular services, interceptors, models, feature components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3200400" y="2962656"/>
            <a:ext cx="427024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3200400" y="2962656"/>
            <a:ext cx="54864" cy="33832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91840" y="2980944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/generate-component &lt;url&gt;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3291840" y="3136392"/>
            <a:ext cx="4142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Single Angular standalone component from a Figma node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7635240" y="2962656"/>
            <a:ext cx="427024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7635240" y="2962656"/>
            <a:ext cx="54864" cy="33832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26680" y="2980944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/generate-page &lt;url&gt;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726680" y="3136392"/>
            <a:ext cx="4142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Full page with all child components and route snippet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3200400" y="3355848"/>
            <a:ext cx="427024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3200400" y="3355848"/>
            <a:ext cx="54864" cy="33832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91840" y="3374136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/generate-all &lt;url&gt;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3291840" y="3529584"/>
            <a:ext cx="4142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All Figma frames → Angular pages in one run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7635240" y="3355848"/>
            <a:ext cx="427024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7635240" y="3355848"/>
            <a:ext cx="54864" cy="338328"/>
          </a:xfrm>
          <a:prstGeom prst="rect">
            <a:avLst/>
          </a:prstGeom>
          <a:solidFill>
            <a:srgbClr val="D95F1A"/>
          </a:solidFill>
          <a:ln w="12700">
            <a:solidFill>
              <a:srgbClr val="D95F1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726680" y="3374136"/>
            <a:ext cx="4142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5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/generate-mock-data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7726680" y="3529584"/>
            <a:ext cx="4142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Typed mock data layer + HTTP interceptor (no backend needed)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3200400" y="3813048"/>
            <a:ext cx="28346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3200400" y="3813048"/>
            <a:ext cx="2834640" cy="45720"/>
          </a:xfrm>
          <a:prstGeom prst="rect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328416" y="392277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Output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328416" y="4233672"/>
            <a:ext cx="109728" cy="109728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493008" y="419709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Angular Services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3493008" y="4334256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One per API resource, typed models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3328416" y="4553712"/>
            <a:ext cx="109728" cy="109728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493008" y="451713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Auth + Error Interceptors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3493008" y="4654296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JWT Bearer, 401/403 handling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3328416" y="4873752"/>
            <a:ext cx="109728" cy="109728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493008" y="483717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Standalone Components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3493008" y="4974336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input()/output() signals, @if/@for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3328416" y="5193792"/>
            <a:ext cx="109728" cy="109728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493008" y="515721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Full Page Components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3493008" y="5294376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With route snippets + child components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3328416" y="5513832"/>
            <a:ext cx="109728" cy="109728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493008" y="547725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Mock Data Layer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3493008" y="5614416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Typed arrays, pagination, all enum states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3328416" y="5833872"/>
            <a:ext cx="109728" cy="109728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3493008" y="579729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SCSS Styles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3493008" y="5934456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Scoped CSS custom properties</a:t>
            </a:r>
            <a:endParaRPr lang="en-US" sz="700" dirty="0"/>
          </a:p>
        </p:txBody>
      </p:sp>
      <p:sp>
        <p:nvSpPr>
          <p:cNvPr id="147" name="Shape 145"/>
          <p:cNvSpPr/>
          <p:nvPr/>
        </p:nvSpPr>
        <p:spPr>
          <a:xfrm>
            <a:off x="3328416" y="6153912"/>
            <a:ext cx="109728" cy="109728"/>
          </a:xfrm>
          <a:prstGeom prst="ellipse">
            <a:avLst/>
          </a:prstGeom>
          <a:solidFill>
            <a:srgbClr val="0E9B8A"/>
          </a:solidFill>
          <a:ln w="12700">
            <a:solidFill>
              <a:srgbClr val="0E9B8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493008" y="6117336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Spec Files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3493008" y="6254496"/>
            <a:ext cx="2487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678"/>
                </a:solidFill>
              </a:rPr>
              <a:t>Basic TestBed specs (optional)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6172200" y="3813048"/>
            <a:ext cx="28346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1" name="Shape 149"/>
          <p:cNvSpPr/>
          <p:nvPr/>
        </p:nvSpPr>
        <p:spPr>
          <a:xfrm>
            <a:off x="6172200" y="3813048"/>
            <a:ext cx="2834640" cy="45720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300216" y="392277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Version Support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6300216" y="4251960"/>
            <a:ext cx="2578608" cy="438912"/>
          </a:xfrm>
          <a:prstGeom prst="rect">
            <a:avLst/>
          </a:prstGeom>
          <a:solidFill>
            <a:srgbClr val="E8F1FD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355080" y="42885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D4"/>
                </a:solidFill>
              </a:rPr>
              <a:t>v17</a:t>
            </a:r>
            <a:endParaRPr lang="en-US" sz="1100" dirty="0"/>
          </a:p>
        </p:txBody>
      </p:sp>
      <p:sp>
        <p:nvSpPr>
          <p:cNvPr id="155" name="Text 153"/>
          <p:cNvSpPr/>
          <p:nvPr/>
        </p:nvSpPr>
        <p:spPr>
          <a:xfrm>
            <a:off x="6766560" y="430682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80" kern="0" dirty="0">
                <a:solidFill>
                  <a:srgbClr val="1A6FD4"/>
                </a:solidFill>
              </a:rPr>
              <a:t>RECOMMENDED</a:t>
            </a:r>
            <a:endParaRPr lang="en-US" sz="600" dirty="0"/>
          </a:p>
        </p:txBody>
      </p:sp>
      <p:sp>
        <p:nvSpPr>
          <p:cNvPr id="156" name="Text 154"/>
          <p:cNvSpPr/>
          <p:nvPr/>
        </p:nvSpPr>
        <p:spPr>
          <a:xfrm>
            <a:off x="6355080" y="448970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A6678"/>
                </a:solidFill>
              </a:rPr>
              <a:t>Standalone, input()/output() signals, @if/@for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6300216" y="4754880"/>
            <a:ext cx="2578608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355080" y="47914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678"/>
                </a:solidFill>
              </a:rPr>
              <a:t>v16/15</a:t>
            </a:r>
            <a:endParaRPr lang="en-US" sz="1100" dirty="0"/>
          </a:p>
        </p:txBody>
      </p:sp>
      <p:sp>
        <p:nvSpPr>
          <p:cNvPr id="159" name="Text 157"/>
          <p:cNvSpPr/>
          <p:nvPr/>
        </p:nvSpPr>
        <p:spPr>
          <a:xfrm>
            <a:off x="6355080" y="499262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A6678"/>
                </a:solidFill>
              </a:rPr>
              <a:t>Standalone, @Input()/@Output(), *ngIf/*ngFor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6300216" y="5257800"/>
            <a:ext cx="2578608" cy="438912"/>
          </a:xfrm>
          <a:prstGeom prst="rect">
            <a:avLst/>
          </a:prstGeom>
          <a:solidFill>
            <a:srgbClr val="F7F8FA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355080" y="5294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678"/>
                </a:solidFill>
              </a:rPr>
              <a:t>v14</a:t>
            </a:r>
            <a:endParaRPr lang="en-US" sz="1100" dirty="0"/>
          </a:p>
        </p:txBody>
      </p:sp>
      <p:sp>
        <p:nvSpPr>
          <p:cNvPr id="162" name="Text 160"/>
          <p:cNvSpPr/>
          <p:nvPr/>
        </p:nvSpPr>
        <p:spPr>
          <a:xfrm>
            <a:off x="6355080" y="549554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A6678"/>
                </a:solidFill>
              </a:rPr>
              <a:t>NgModule required, @Input()/@Output()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6300216" y="5760720"/>
            <a:ext cx="2578608" cy="0"/>
          </a:xfrm>
          <a:prstGeom prst="line">
            <a:avLst/>
          </a:prstGeom>
          <a:noFill/>
          <a:ln w="6350">
            <a:solidFill>
              <a:srgbClr val="E4E7EC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300216" y="582472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1820"/>
                </a:solidFill>
              </a:rPr>
              <a:t>Stylesheet Formats</a:t>
            </a:r>
            <a:endParaRPr lang="en-US" sz="850" dirty="0"/>
          </a:p>
        </p:txBody>
      </p:sp>
      <p:sp>
        <p:nvSpPr>
          <p:cNvPr id="165" name="Text 163"/>
          <p:cNvSpPr/>
          <p:nvPr/>
        </p:nvSpPr>
        <p:spPr>
          <a:xfrm>
            <a:off x="6355080" y="602589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6FD4"/>
                </a:solidFill>
              </a:rPr>
              <a:t>●  </a:t>
            </a:r>
            <a:pPr indent="0" marL="0">
              <a:buNone/>
            </a:pPr>
            <a:r>
              <a:rPr lang="en-US" sz="800" dirty="0">
                <a:solidFill>
                  <a:srgbClr val="5A6678"/>
                </a:solidFill>
              </a:rPr>
              <a:t>SCSS  (default)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6355080" y="6227064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6FD4"/>
                </a:solidFill>
              </a:rPr>
              <a:t>●  </a:t>
            </a:r>
            <a:pPr indent="0" marL="0">
              <a:buNone/>
            </a:pPr>
            <a:r>
              <a:rPr lang="en-US" sz="800" dirty="0">
                <a:solidFill>
                  <a:srgbClr val="5A6678"/>
                </a:solidFill>
              </a:rPr>
              <a:t>CSS</a:t>
            </a:r>
            <a:endParaRPr lang="en-US" sz="800" dirty="0"/>
          </a:p>
        </p:txBody>
      </p:sp>
      <p:sp>
        <p:nvSpPr>
          <p:cNvPr id="167" name="Text 165"/>
          <p:cNvSpPr/>
          <p:nvPr/>
        </p:nvSpPr>
        <p:spPr>
          <a:xfrm>
            <a:off x="6355080" y="642823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6FD4"/>
                </a:solidFill>
              </a:rPr>
              <a:t>●  </a:t>
            </a:r>
            <a:pPr indent="0" marL="0">
              <a:buNone/>
            </a:pPr>
            <a:r>
              <a:rPr lang="en-US" sz="800" dirty="0">
                <a:solidFill>
                  <a:srgbClr val="5A6678"/>
                </a:solidFill>
              </a:rPr>
              <a:t>LESS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9144000" y="3813048"/>
            <a:ext cx="283464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9" name="Shape 167"/>
          <p:cNvSpPr/>
          <p:nvPr/>
        </p:nvSpPr>
        <p:spPr>
          <a:xfrm>
            <a:off x="9144000" y="3813048"/>
            <a:ext cx="2834640" cy="45720"/>
          </a:xfrm>
          <a:prstGeom prst="rect">
            <a:avLst/>
          </a:prstGeom>
          <a:solidFill>
            <a:srgbClr val="C47D0A"/>
          </a:solidFill>
          <a:ln w="12700">
            <a:solidFill>
              <a:srgbClr val="C47D0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272016" y="392277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8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&amp; Skills</a:t>
            </a:r>
            <a:endParaRPr lang="en-US" sz="1000" dirty="0"/>
          </a:p>
        </p:txBody>
      </p:sp>
      <p:sp>
        <p:nvSpPr>
          <p:cNvPr id="171" name="Text 169"/>
          <p:cNvSpPr/>
          <p:nvPr/>
        </p:nvSpPr>
        <p:spPr>
          <a:xfrm>
            <a:off x="9272016" y="421538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47D0A"/>
                </a:solidFill>
              </a:rPr>
              <a:t>AGENTS (4)</a:t>
            </a:r>
            <a:endParaRPr lang="en-US" sz="750" dirty="0"/>
          </a:p>
        </p:txBody>
      </p:sp>
      <p:sp>
        <p:nvSpPr>
          <p:cNvPr id="172" name="Text 170"/>
          <p:cNvSpPr/>
          <p:nvPr/>
        </p:nvSpPr>
        <p:spPr>
          <a:xfrm>
            <a:off x="9272016" y="4407408"/>
            <a:ext cx="2578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requirements-analyzer</a:t>
            </a:r>
            <a:endParaRPr lang="en-US" sz="800" dirty="0"/>
          </a:p>
        </p:txBody>
      </p:sp>
      <p:sp>
        <p:nvSpPr>
          <p:cNvPr id="173" name="Text 171"/>
          <p:cNvSpPr/>
          <p:nvPr/>
        </p:nvSpPr>
        <p:spPr>
          <a:xfrm>
            <a:off x="9272016" y="4562856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Requirements → structured UX spec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9272016" y="4709160"/>
            <a:ext cx="2578608" cy="0"/>
          </a:xfrm>
          <a:prstGeom prst="line">
            <a:avLst/>
          </a:prstGeom>
          <a:noFill/>
          <a:ln w="3810">
            <a:solidFill>
              <a:srgbClr val="E4E7EC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272016" y="4736592"/>
            <a:ext cx="2578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api-analyzer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9272016" y="4892040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Backend/OpenAPI → API contract + CORS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9272016" y="5038344"/>
            <a:ext cx="2578608" cy="0"/>
          </a:xfrm>
          <a:prstGeom prst="line">
            <a:avLst/>
          </a:prstGeom>
          <a:noFill/>
          <a:ln w="3810">
            <a:solidFill>
              <a:srgbClr val="E4E7EC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9272016" y="5065776"/>
            <a:ext cx="2578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figma-analyzer</a:t>
            </a:r>
            <a:endParaRPr lang="en-US" sz="800" dirty="0"/>
          </a:p>
        </p:txBody>
      </p:sp>
      <p:sp>
        <p:nvSpPr>
          <p:cNvPr id="179" name="Text 177"/>
          <p:cNvSpPr/>
          <p:nvPr/>
        </p:nvSpPr>
        <p:spPr>
          <a:xfrm>
            <a:off x="9272016" y="5221224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Figma → design spec + asset manifest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9272016" y="5367528"/>
            <a:ext cx="2578608" cy="0"/>
          </a:xfrm>
          <a:prstGeom prst="line">
            <a:avLst/>
          </a:prstGeom>
          <a:noFill/>
          <a:ln w="3810">
            <a:solidFill>
              <a:srgbClr val="E4E7EC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9272016" y="5394960"/>
            <a:ext cx="2578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820"/>
                </a:solidFill>
              </a:rPr>
              <a:t>angular-generator</a:t>
            </a:r>
            <a:endParaRPr lang="en-US" sz="800" dirty="0"/>
          </a:p>
        </p:txBody>
      </p:sp>
      <p:sp>
        <p:nvSpPr>
          <p:cNvPr id="182" name="Text 180"/>
          <p:cNvSpPr/>
          <p:nvPr/>
        </p:nvSpPr>
        <p:spPr>
          <a:xfrm>
            <a:off x="9272016" y="5550408"/>
            <a:ext cx="2578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Design spec → Angular files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9272016" y="5769864"/>
            <a:ext cx="2578608" cy="0"/>
          </a:xfrm>
          <a:prstGeom prst="line">
            <a:avLst/>
          </a:prstGeom>
          <a:noFill/>
          <a:ln w="9525">
            <a:solidFill>
              <a:srgbClr val="E4E7EC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9272016" y="582472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E9B8A"/>
                </a:solidFill>
              </a:rPr>
              <a:t>SKILLS (7)</a:t>
            </a:r>
            <a:endParaRPr lang="en-US" sz="750" dirty="0"/>
          </a:p>
        </p:txBody>
      </p:sp>
      <p:sp>
        <p:nvSpPr>
          <p:cNvPr id="185" name="Text 183"/>
          <p:cNvSpPr/>
          <p:nvPr/>
        </p:nvSpPr>
        <p:spPr>
          <a:xfrm>
            <a:off x="9272016" y="6025896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· html-wireframe</a:t>
            </a:r>
            <a:endParaRPr lang="en-US" sz="750" dirty="0"/>
          </a:p>
        </p:txBody>
      </p:sp>
      <p:sp>
        <p:nvSpPr>
          <p:cNvPr id="186" name="Text 184"/>
          <p:cNvSpPr/>
          <p:nvPr/>
        </p:nvSpPr>
        <p:spPr>
          <a:xfrm>
            <a:off x="10561320" y="6025896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· requirements-to-wireframe</a:t>
            </a:r>
            <a:endParaRPr lang="en-US" sz="750" dirty="0"/>
          </a:p>
        </p:txBody>
      </p:sp>
      <p:sp>
        <p:nvSpPr>
          <p:cNvPr id="187" name="Text 185"/>
          <p:cNvSpPr/>
          <p:nvPr/>
        </p:nvSpPr>
        <p:spPr>
          <a:xfrm>
            <a:off x="9272016" y="6199632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· wireframes-to-figma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10561320" y="6199632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· api-to-angular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9272016" y="6373368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· angular-component</a:t>
            </a:r>
            <a:endParaRPr lang="en-US" sz="750" dirty="0"/>
          </a:p>
        </p:txBody>
      </p:sp>
      <p:sp>
        <p:nvSpPr>
          <p:cNvPr id="190" name="Text 188"/>
          <p:cNvSpPr/>
          <p:nvPr/>
        </p:nvSpPr>
        <p:spPr>
          <a:xfrm>
            <a:off x="10561320" y="6373368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· figma-to-css</a:t>
            </a:r>
            <a:endParaRPr lang="en-US" sz="750" dirty="0"/>
          </a:p>
        </p:txBody>
      </p:sp>
      <p:sp>
        <p:nvSpPr>
          <p:cNvPr id="191" name="Text 189"/>
          <p:cNvSpPr/>
          <p:nvPr/>
        </p:nvSpPr>
        <p:spPr>
          <a:xfrm>
            <a:off x="9272016" y="6547104"/>
            <a:ext cx="12710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678"/>
                </a:solidFill>
              </a:rPr>
              <a:t>· mock-data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141820"/>
          </a:solidFill>
          <a:ln w="12700">
            <a:solidFill>
              <a:srgbClr val="14182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ABBCC"/>
                </a:solidFill>
              </a:rPr>
              <a:t>figma-angular-generator  ·  Claude Code Plugin  ·  No token setup required  ·  Supports Angular 14, 15, 16, 17  ·  bash scripts/install.sh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figma-angular-generator</dc:title>
  <dc:subject>PptxGenJS Presentation</dc:subject>
  <dc:creator>PptxGenJS</dc:creator>
  <cp:lastModifiedBy>PptxGenJS</cp:lastModifiedBy>
  <cp:revision>1</cp:revision>
  <dcterms:created xsi:type="dcterms:W3CDTF">2026-03-25T11:49:03Z</dcterms:created>
  <dcterms:modified xsi:type="dcterms:W3CDTF">2026-03-25T11:49:03Z</dcterms:modified>
</cp:coreProperties>
</file>